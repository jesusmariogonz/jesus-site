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2E41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Venta neta</c:v>
                  </c:pt>
                  <c:pt idx="1">
                    <c:v>Tickets</c:v>
                  </c:pt>
                  <c:pt idx="2">
                    <c:v>Nuevas tiendas</c:v>
                  </c:pt>
                  <c:pt idx="3">
                    <c:v>NPS de servicio</c:v>
                  </c:pt>
                  <c:pt idx="4">
                    <c:v>Rotación de inventario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13.5</c:v>
                </c:pt>
                <c:pt idx="1">
                  <c:v>780</c:v>
                </c:pt>
                <c:pt idx="2">
                  <c:v>3</c:v>
                </c:pt>
                <c:pt idx="3">
                  <c:v>62</c:v>
                </c:pt>
                <c:pt idx="4">
                  <c:v>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Resultado</c:v>
                </c:pt>
              </c:strCache>
            </c:strRef>
          </c:tx>
          <c:spPr>
            <a:solidFill>
              <a:srgbClr val="B061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Venta neta</c:v>
                  </c:pt>
                  <c:pt idx="1">
                    <c:v>Tickets</c:v>
                  </c:pt>
                  <c:pt idx="2">
                    <c:v>Nuevas tiendas</c:v>
                  </c:pt>
                  <c:pt idx="3">
                    <c:v>NPS de servicio</c:v>
                  </c:pt>
                  <c:pt idx="4">
                    <c:v>Rotación de inventario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12.9</c:v>
                </c:pt>
                <c:pt idx="1">
                  <c:v>745</c:v>
                </c:pt>
                <c:pt idx="2">
                  <c:v>2</c:v>
                </c:pt>
                <c:pt idx="3">
                  <c:v>65</c:v>
                </c:pt>
                <c:pt idx="4">
                  <c:v>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DE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C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7C8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6"/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-2011680"/>
            <a:ext cx="6583680" cy="6583680"/>
          </a:xfrm>
          <a:prstGeom prst="ellipse">
            <a:avLst/>
          </a:prstGeom>
          <a:solidFill>
            <a:srgbClr val="2E4150"/>
          </a:solidFill>
          <a:ln/>
        </p:spPr>
      </p:sp>
      <p:sp>
        <p:nvSpPr>
          <p:cNvPr id="4" name="Shape 2"/>
          <p:cNvSpPr/>
          <p:nvPr/>
        </p:nvSpPr>
        <p:spPr>
          <a:xfrm>
            <a:off x="9814255" y="3749040"/>
            <a:ext cx="4023360" cy="4023360"/>
          </a:xfrm>
          <a:prstGeom prst="ellipse">
            <a:avLst/>
          </a:prstGeom>
          <a:solidFill>
            <a:srgbClr val="B0611C"/>
          </a:solidFill>
          <a:ln/>
        </p:spPr>
      </p:sp>
      <p:pic>
        <p:nvPicPr>
          <p:cNvPr id="5" name="Image 0" descr="/home/claude/pptx_kit/icons/calendar_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516636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EDITABLE · QBR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8745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 Trimestral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Negocio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— Desempeño, iniciativas clave y prioridades del próximo trimestre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806440"/>
            <a:ext cx="1463040" cy="0"/>
          </a:xfrm>
          <a:prstGeom prst="line">
            <a:avLst/>
          </a:prstGeom>
          <a:noFill/>
          <a:ln w="25400">
            <a:solidFill>
              <a:srgbClr val="B061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 tu empresa]   ·   [Área o dirección]   ·   [Tu nombre]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TRIMESTRE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cerramos el Q2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420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12264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6" name="Image 0" descr="/home/claude/pptx_kit/icons/dollar_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128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NETA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96112" y="3136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$12.9M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96112" y="3630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7.8% vs Q2 anterior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38144" y="1874520"/>
            <a:ext cx="25420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94176" y="2112264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2" name="Image 1" descr="/home/claude/pptx_kit/icons/map_pin_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21284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NUEVAS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694176" y="3136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3694176" y="3630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plan de expansión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36208" y="1874520"/>
            <a:ext cx="25420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6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2112264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8" name="Image 2" descr="/home/claude/pptx_kit/icons/check_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212848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COMPLETADAS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492240" y="3136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9</a:t>
            </a:r>
            <a:endParaRPr lang="en-US" sz="2500" dirty="0"/>
          </a:p>
        </p:txBody>
      </p:sp>
      <p:sp>
        <p:nvSpPr>
          <p:cNvPr id="21" name="Text 16"/>
          <p:cNvSpPr/>
          <p:nvPr/>
        </p:nvSpPr>
        <p:spPr>
          <a:xfrm>
            <a:off x="6492240" y="3630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 curso, ninguna cancelada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34272" y="1874520"/>
            <a:ext cx="25420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6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90304" y="2112264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24" name="Image 3" descr="/home/claude/pptx_kit/icons/target_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221284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90304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META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9290304" y="3136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500" dirty="0"/>
          </a:p>
        </p:txBody>
      </p:sp>
      <p:sp>
        <p:nvSpPr>
          <p:cNvPr id="27" name="Text 21"/>
          <p:cNvSpPr/>
          <p:nvPr/>
        </p:nvSpPr>
        <p:spPr>
          <a:xfrm>
            <a:off x="9290304" y="3630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B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6 pts bajo el objetivo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40080" y="43708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trimestre cierra por debajo de meta, principalmente por el retraso de dos aperturas. El negocio base sigue sano.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TRIMESTRE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contra resultado, por indicador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CLAVE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Estatus de los proyectos del trimestre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91109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9110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23134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de planograma de bebidas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564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91109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9110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3134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lealtad — nivel Oro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564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84464" y="191109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9B3B34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19110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Retrasado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84464" y="23134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Torreón Alameda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34564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58444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B0611C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35844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398678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POS en 5 tiendas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2544" y="3364992"/>
            <a:ext cx="34564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58444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5844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98678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 cajeros — turno noche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65008" y="3364992"/>
            <a:ext cx="34564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84464" y="358444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B0611C"/>
          </a:solidFill>
          <a:ln/>
        </p:spPr>
      </p:sp>
      <p:sp>
        <p:nvSpPr>
          <p:cNvPr id="26" name="Text 24"/>
          <p:cNvSpPr/>
          <p:nvPr/>
        </p:nvSpPr>
        <p:spPr>
          <a:xfrm>
            <a:off x="8284464" y="35844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84464" y="398678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entrega a domicilio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DEL TRIMESTRE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funcionó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5" name="Image 0" descr="/home/claude/pptx_kit/icons/trending_up_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8836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4650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Oro de lealtad superó su meta de inscripción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03911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proyectaban 800 clientes en el nivel más alto para fin de trimestre; cerramos con 1,140, un 42% arriba de meta.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9" name="Image 1" descr="/home/claude/pptx_kit/icons/check_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11810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98094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rediseño de planograma elevó la venta de bebidas 6%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61872" y="327355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agregar SKU nuevos ni promociones adicionales; solo reacomodo basado en el análisis de canasta del trimestre anterior.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3" name="Image 2" descr="/home/claude/pptx_kit/icons/zap_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35254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421538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capacitación de turno noche redujo la merma en 11%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61872" y="450799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de tiendas piloto bajó su tasa de merma de 2.3% a 2.0% de la venta en ocho semanas.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DEL TRIMESTRE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que siguen abiertos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5" name="Image 0" descr="/home/claude/pptx_kit/icons/alert_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8836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4650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apertura de Torreón Alameda sigue sin fecha firme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03911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retrasos consecutivos de obra civil. Cada mes de atraso representa aproximadamente $180,000 de venta no capturada.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9" name="Image 1" descr="/home/claude/pptx_kit/icons/clock_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11810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98094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renovación de POS avanza más lento de lo planeado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61872" y="327355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 cinco tiendas completadas contra tres comprometidas. El proveedor reporta escasez de una pieza específica.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3" name="Image 2" descr="/home/claude/pptx_kit/icons/shield_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35254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421538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piloto de entrega a domicilio no alcanza el margen objetivo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61872" y="450799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comisión de la plataforma reduce el margen 4 puntos por debajo de lo modelado; requiere decisión de continuar o ajustar.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aprendizaje que nos llevamos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 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Retrasos del trimestre fueron de terceros (obra civil, proveedor de POS, plataforma de entrega), no de ejecución interna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0" cy="3291840"/>
          </a:xfrm>
          <a:prstGeom prst="line">
            <a:avLst/>
          </a:prstGeom>
          <a:noFill/>
          <a:ln w="12700">
            <a:solidFill>
              <a:srgbClr val="E2D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próximo trimestre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983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exigir cronogramas con penalización contractual en los tres proveedores críticos, y a construir un plan B interno para cada dependencia externa antes de comprometer una fecha con dirección.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MIRANDO ADELANTE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del Q3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renovación de POS en las 3 tiendas restantes. Apertura de Torreón Alameda.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38144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639312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15384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39312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sobre el piloto de entrega a domicilio: escalar, ajustar comisión, o descontinuar.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7376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13448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37376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del programa de lealtad en las dos tiendas nuevas del trimestre.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34272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11512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Q3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0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mismas tiendas con el nuevo conjunto de tiendas comparables actualizado.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COMITÉ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que necesitamos hoy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5" name="Image 0" descr="/home/claude/pptx_kit/icons/flag_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8836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4650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penalización contractual con el proveedor de obra civil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03911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validación legal antes de la próxima negociación de apertura.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9" name="Image 1" descr="/home/claude/pptx_kit/icons/dollar_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11810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98094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presupuesto para el plan B de POS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61872" y="327355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proveedor alterno de respaldo cuesta $85,000 adicionales pero elimina la dependencia de una sola pieza.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3" name="Image 2" descr="/home/claude/pptx_kit/icons/target_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35254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421538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el umbral de margen mínimo para continuar el piloto de entrega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61872" y="450799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ese número, el equipo no puede tomar la decisión de escalar o cerrar el piloto en agosto.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04008" y="1920240"/>
            <a:ext cx="6583680" cy="6583680"/>
          </a:xfrm>
          <a:prstGeom prst="ellipse">
            <a:avLst/>
          </a:prstGeom>
          <a:solidFill>
            <a:srgbClr val="2E41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55368" y="3246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· [correo@tuempresa.com]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del Pack de Presentaciones de Resultados · jesus-site-silk.vercel.app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Revisión Trimestral de Negocio</dc:title>
  <dc:subject>PptxGenJS Presentation</dc:subject>
  <dc:creator>Jesús González</dc:creator>
  <cp:lastModifiedBy>Jesús González</cp:lastModifiedBy>
  <cp:revision>1</cp:revision>
  <dcterms:created xsi:type="dcterms:W3CDTF">2026-08-01T04:18:23Z</dcterms:created>
  <dcterms:modified xsi:type="dcterms:W3CDTF">2026-08-01T04:18:23Z</dcterms:modified>
</cp:coreProperties>
</file>